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 lvl="0"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674AC-A8AD-4775-9D98-E7616ADFC2DC}" v="5" dt="2026-10-27T09:27:19.709"/>
  </p1510:revLst>
</p1510:revInfo>
</file>

<file path=ppt/tableStyles.xml><?xml version="1.0" encoding="utf-8"?>
<a:tblStyleLst xmlns:a="http://schemas.openxmlformats.org/drawingml/2006/main" def="{90651C3A-4460-11DB-9652-00E08161165F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wika vardhineni" userId="b4fe4c5c7a183492" providerId="LiveId" clId="{47473503-57E2-4EF0-961A-206210901C6C}"/>
    <pc:docChg chg="undo custSel modSld">
      <pc:chgData name="Sathwika vardhineni" userId="b4fe4c5c7a183492" providerId="LiveId" clId="{47473503-57E2-4EF0-961A-206210901C6C}" dt="2026-10-27T09:29:05.204" v="102" actId="20577"/>
      <pc:docMkLst>
        <pc:docMk/>
      </pc:docMkLst>
      <pc:sldChg chg="modSp mod">
        <pc:chgData name="Sathwika vardhineni" userId="b4fe4c5c7a183492" providerId="LiveId" clId="{47473503-57E2-4EF0-961A-206210901C6C}" dt="2026-10-27T09:29:05.204" v="102" actId="20577"/>
        <pc:sldMkLst>
          <pc:docMk/>
          <pc:sldMk cId="0" sldId="256"/>
        </pc:sldMkLst>
        <pc:spChg chg="mod">
          <ac:chgData name="Sathwika vardhineni" userId="b4fe4c5c7a183492" providerId="LiveId" clId="{47473503-57E2-4EF0-961A-206210901C6C}" dt="2026-10-27T09:29:05.204" v="102" actId="20577"/>
          <ac:spMkLst>
            <pc:docMk/>
            <pc:sldMk cId="0" sldId="256"/>
            <ac:spMk id="4" creationId="{BB2A8C70-3A77-94EC-FC3D-FDF5B598157E}"/>
          </ac:spMkLst>
        </pc:spChg>
      </pc:sldChg>
      <pc:sldChg chg="modSp mod">
        <pc:chgData name="Sathwika vardhineni" userId="b4fe4c5c7a183492" providerId="LiveId" clId="{47473503-57E2-4EF0-961A-206210901C6C}" dt="2026-10-27T03:34:41.898" v="1" actId="27636"/>
        <pc:sldMkLst>
          <pc:docMk/>
          <pc:sldMk cId="1780977059" sldId="260"/>
        </pc:sldMkLst>
        <pc:spChg chg="mod">
          <ac:chgData name="Sathwika vardhineni" userId="b4fe4c5c7a183492" providerId="LiveId" clId="{47473503-57E2-4EF0-961A-206210901C6C}" dt="2026-10-27T03:34:41.898" v="1" actId="27636"/>
          <ac:spMkLst>
            <pc:docMk/>
            <pc:sldMk cId="1780977059" sldId="260"/>
            <ac:spMk id="2" creationId="{CCBC3698-B926-FCD8-3E34-A0BCA59716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10/27/2026</a:t>
            </a:fld>
            <a:endParaRPr lang="en-US" dirty="0"/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152400" y="2553657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Student Record Manager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800" dirty="0">
              <a:solidFill>
                <a:srgbClr val="C00000"/>
              </a:solidFill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:lc="http://schemas.openxmlformats.org/drawingml/2006/lockedCanvas"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82DE41-6288-42A5-A437-B3C890B5FD67}"/>
              </a:ext>
            </a:extLst>
          </p:cNvPr>
          <p:cNvSpPr txBox="1"/>
          <p:nvPr/>
        </p:nvSpPr>
        <p:spPr>
          <a:xfrm>
            <a:off x="870620" y="2850846"/>
            <a:ext cx="10696612" cy="2070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                             Presented by: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V.APPALAKONDA M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Tech,PhD</a:t>
            </a:r>
            <a:r>
              <a:rPr 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25B11AIC47   VARDHINENI DEEPAKSAI                                     ASSISTANT PROFESSOR,	                                                          25B11AIA54   SAIBA VENKATA SATHISH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 DEPARTMENT    			                          25B11AI549    KOLLU PAVAN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 25B11AIB34    KRISHNA RAJU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28614"/>
              </p:ext>
            </p:extLst>
          </p:nvPr>
        </p:nvGraphicFramePr>
        <p:xfrm>
          <a:off x="11277600" y="6063070"/>
          <a:ext cx="479830" cy="1183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680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337150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1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116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62500" lnSpcReduction="20000"/>
          </a:bodyPr>
          <a:lstStyle/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Project Abstract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Problem Statement &amp; Objectives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Planned Modules / Functions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Users of the system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Modules/Functionalities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Architecture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ER Diagram / DFD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Planning and Timeline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Role of each individual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 Manager is a C++ application built to automate the storage, retrieval, and management of student academic records. It replaces manual, register-based record keeping with a structured, object-oriented software solution. Administrators can add students, update marks and attendance, search records, and generate reports from one place. The system applies core OOP principles – classes, inheritance, polymorphism, and encapsulation – for a modular and reusable design.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85000" lnSpcReduction="100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maintain large volumes of student data (personal details, marks, attendance); manual record keeping causes data duplication, errors, and difficulty in retrieval.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centralized system to add, update, and delete student records.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quick search and retrieval of student information.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records of marks and attendance for each student.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 cards and academic summaries.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Problem Statement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925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– add, update, and delete student records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Module – new student enrolment and ID generation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Management Module – record and update subject-wise marks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Module – mark and track daily attendance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 – report cards and academic summaries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Planned Modules / Functions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/ Record Manager – manages student records end-to-end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– updates marks and attendance for their subjects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– view their own records and academic progress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 / Guardians – view student performance reports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 – manages user accounts and system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Users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85000" lnSpcReduction="10000"/>
          </a:bodyPr>
          <a:lstStyle/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Class – stores roll number, name, department, and contact details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Class – stores subject-wise marks and computes grades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Class – tracks present/absent days for each student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Class – links a student to their marks and attendance data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Class – generates report cards and performance statistics</a:t>
            </a:r>
          </a:p>
          <a:p>
            <a:pPr marL="9144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UGStudent and PGStudent inherit from a base Student class; polymorphism applies course-specific rules.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Modules /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Architecture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691640"/>
            <a:ext cx="9235440" cy="82296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Presentation Layer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Console / Menu-driven User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51460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63040" y="2880360"/>
            <a:ext cx="9235440" cy="1051560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 Logic Layer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Student Manager   |   Marks Manager   |   Attendance Manager   |   Report Manager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93192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63040" y="4297680"/>
            <a:ext cx="9235440" cy="822960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Layer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File Handling (Student, Marks, Attendance records)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ER Diagram / DFD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3383280"/>
            <a:ext cx="1554480" cy="548640"/>
          </a:xfrm>
          <a:prstGeom prst="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3383280"/>
            <a:ext cx="1554480" cy="548640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</a:p>
        </p:txBody>
      </p:sp>
      <p:sp>
        <p:nvSpPr>
          <p:cNvPr id="11" name="Diamond 10"/>
          <p:cNvSpPr/>
          <p:nvPr/>
        </p:nvSpPr>
        <p:spPr>
          <a:xfrm>
            <a:off x="2926080" y="3268980"/>
            <a:ext cx="1371600" cy="777240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</a:p>
        </p:txBody>
      </p:sp>
      <p:sp>
        <p:nvSpPr>
          <p:cNvPr id="12" name="Diamond 11"/>
          <p:cNvSpPr/>
          <p:nvPr/>
        </p:nvSpPr>
        <p:spPr>
          <a:xfrm>
            <a:off x="7452360" y="3268980"/>
            <a:ext cx="1371600" cy="777240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MARKED 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657600"/>
            <a:ext cx="54864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97680" y="3657600"/>
            <a:ext cx="86868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40" y="3657600"/>
            <a:ext cx="73152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3657600"/>
            <a:ext cx="685800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888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64992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Diamond 20"/>
          <p:cNvSpPr/>
          <p:nvPr/>
        </p:nvSpPr>
        <p:spPr>
          <a:xfrm>
            <a:off x="5257800" y="4457700"/>
            <a:ext cx="1371600" cy="777240"/>
          </a:xfrm>
          <a:prstGeom prst="diamond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5577840"/>
            <a:ext cx="1737360" cy="548640"/>
          </a:xfrm>
          <a:prstGeom prst="rect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FACULTY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931920"/>
            <a:ext cx="0" cy="530352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43600" y="5230368"/>
            <a:ext cx="0" cy="347472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80760" y="3977639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394960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251459" y="1760220"/>
            <a:ext cx="123444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u="sng">
                <a:solidFill>
                  <a:srgbClr val="222222"/>
                </a:solidFill>
                <a:latin typeface="Calibri"/>
              </a:rPr>
              <a:t>student_id</a:t>
            </a:r>
          </a:p>
        </p:txBody>
      </p:sp>
      <p:sp>
        <p:nvSpPr>
          <p:cNvPr id="28" name="Oval 27"/>
          <p:cNvSpPr/>
          <p:nvPr/>
        </p:nvSpPr>
        <p:spPr>
          <a:xfrm>
            <a:off x="1714500" y="1760220"/>
            <a:ext cx="10515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</p:txBody>
      </p:sp>
      <p:cxnSp>
        <p:nvCxnSpPr>
          <p:cNvPr id="29" name="Connector 28"/>
          <p:cNvCxnSpPr>
            <a:cxnSpLocks/>
            <a:stCxn id="27" idx="4"/>
          </p:cNvCxnSpPr>
          <p:nvPr/>
        </p:nvCxnSpPr>
        <p:spPr>
          <a:xfrm>
            <a:off x="868679" y="2263140"/>
            <a:ext cx="548641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28" idx="4"/>
          </p:cNvCxnSpPr>
          <p:nvPr/>
        </p:nvCxnSpPr>
        <p:spPr>
          <a:xfrm flipH="1">
            <a:off x="1783080" y="2263140"/>
            <a:ext cx="457200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114800" y="139446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sng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subject_id</a:t>
            </a:r>
          </a:p>
        </p:txBody>
      </p:sp>
      <p:sp>
        <p:nvSpPr>
          <p:cNvPr id="32" name="Oval 31"/>
          <p:cNvSpPr/>
          <p:nvPr/>
        </p:nvSpPr>
        <p:spPr>
          <a:xfrm>
            <a:off x="5303520" y="1211580"/>
            <a:ext cx="12801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subject_name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1394460"/>
            <a:ext cx="109728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credits</a:t>
            </a:r>
          </a:p>
        </p:txBody>
      </p:sp>
      <p:cxnSp>
        <p:nvCxnSpPr>
          <p:cNvPr id="34" name="Connector 33"/>
          <p:cNvCxnSpPr>
            <a:cxnSpLocks/>
            <a:stCxn id="31" idx="4"/>
          </p:cNvCxnSpPr>
          <p:nvPr/>
        </p:nvCxnSpPr>
        <p:spPr>
          <a:xfrm>
            <a:off x="4709160" y="1897380"/>
            <a:ext cx="914400" cy="14859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stCxn id="32" idx="4"/>
          </p:cNvCxnSpPr>
          <p:nvPr/>
        </p:nvCxnSpPr>
        <p:spPr>
          <a:xfrm>
            <a:off x="5943600" y="1714500"/>
            <a:ext cx="0" cy="166878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stCxn id="33" idx="4"/>
          </p:cNvCxnSpPr>
          <p:nvPr/>
        </p:nvCxnSpPr>
        <p:spPr>
          <a:xfrm flipH="1">
            <a:off x="6263640" y="1897380"/>
            <a:ext cx="960120" cy="14859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61119" y="176022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sng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</p:txBody>
      </p:sp>
      <p:sp>
        <p:nvSpPr>
          <p:cNvPr id="38" name="Oval 37"/>
          <p:cNvSpPr/>
          <p:nvPr/>
        </p:nvSpPr>
        <p:spPr>
          <a:xfrm>
            <a:off x="10332719" y="1760220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>
            <a:off x="9723120" y="2263140"/>
            <a:ext cx="381000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38" idx="4"/>
          </p:cNvCxnSpPr>
          <p:nvPr/>
        </p:nvCxnSpPr>
        <p:spPr>
          <a:xfrm flipH="1">
            <a:off x="10469880" y="2263140"/>
            <a:ext cx="457199" cy="112014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589520" y="5600700"/>
            <a:ext cx="137160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u="sng">
                <a:solidFill>
                  <a:srgbClr val="222222"/>
                </a:solidFill>
                <a:latin typeface="Calibri"/>
              </a:rPr>
              <a:t>faculty_id</a:t>
            </a:r>
          </a:p>
        </p:txBody>
      </p:sp>
      <p:cxnSp>
        <p:nvCxnSpPr>
          <p:cNvPr id="42" name="Connector 41"/>
          <p:cNvCxnSpPr>
            <a:cxnSpLocks/>
            <a:stCxn id="41" idx="2"/>
          </p:cNvCxnSpPr>
          <p:nvPr/>
        </p:nvCxnSpPr>
        <p:spPr>
          <a:xfrm flipH="1">
            <a:off x="6812280" y="5852160"/>
            <a:ext cx="777240" cy="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Planning and Timeline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95728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11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70191"/>
              </p:ext>
            </p:extLst>
          </p:nvPr>
        </p:nvGraphicFramePr>
        <p:xfrm>
          <a:off x="914400" y="192024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Vardhineni Deepak Sai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design, Student &amp; Marks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25B11AIA54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Saiba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Venkata Sathish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– core modules &amp; file handling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Kollu Pavan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debugging &amp; report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25B11AIB34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Krishna Raju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design, 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109886"/>
            <a:ext cx="9525000" cy="5367114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383F8C5-9DCC-4575-9E47-831DF7A3DFC7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729</Words>
  <Application>Microsoft Office PowerPoint</Application>
  <PresentationFormat>Widescreen</PresentationFormat>
  <Paragraphs>136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Arial Rounded MT Bold</vt:lpstr>
      <vt:lpstr>Calibri</vt:lpstr>
      <vt:lpstr>Calibri Light</vt:lpstr>
      <vt:lpstr>Maiandra GD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Sathwika vardhineni</cp:lastModifiedBy>
  <cp:revision>1</cp:revision>
  <dcterms:modified xsi:type="dcterms:W3CDTF">2026-10-27T09:29:06Z</dcterms:modified>
</cp:coreProperties>
</file>